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140" r:id="rId3"/>
    <p:sldId id="2139" r:id="rId4"/>
    <p:sldId id="258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E8BA8-F0E4-1148-AEF1-84FF5632294E}" v="28" dt="2026-05-07T20:38:19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 autoAdjust="0"/>
    <p:restoredTop sz="94626" autoAdjust="0"/>
  </p:normalViewPr>
  <p:slideViewPr>
    <p:cSldViewPr>
      <p:cViewPr>
        <p:scale>
          <a:sx n="71" d="100"/>
          <a:sy n="71" d="100"/>
        </p:scale>
        <p:origin x="200" y="7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20C97-A89D-EC4B-8E7D-2B90AC27B413}" type="datetimeFigureOut">
              <a:rPr lang="en-FR" smtClean="0"/>
              <a:t>07/05/2026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9D74-5073-8A48-932E-DE538C8EBFC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29811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D9D74-5073-8A48-932E-DE538C8EBFCB}" type="slidenum">
              <a:rPr lang="en-FR" smtClean="0"/>
              <a:t>11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722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54134" y="3823734"/>
            <a:ext cx="15147733" cy="14965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5062147" y="8290164"/>
            <a:ext cx="975467" cy="699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38209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390"/>
          <a:stretch/>
        </p:blipFill>
        <p:spPr>
          <a:xfrm>
            <a:off x="0" y="304800"/>
            <a:ext cx="16256000" cy="868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8A3446-0D0E-9803-F46D-3AFB88808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5791199"/>
            <a:ext cx="4191000" cy="609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0AD74-18FA-5B70-97DA-8DE258DA66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79"/>
          <a:stretch/>
        </p:blipFill>
        <p:spPr>
          <a:xfrm>
            <a:off x="1028699" y="609599"/>
            <a:ext cx="14338301" cy="7772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FC6008-9E6C-8E94-347E-53BE81AAC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20" y="1950720"/>
            <a:ext cx="2430780" cy="670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B744B7-80BB-F1A8-8A46-8AFE7B4E4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62501"/>
          <a:stretch/>
        </p:blipFill>
        <p:spPr>
          <a:xfrm>
            <a:off x="1655632" y="4572000"/>
            <a:ext cx="2430780" cy="92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8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9E8EA-7413-9AE5-966C-CFE5000FF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5" y="762000"/>
            <a:ext cx="15194588" cy="71321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A1FBB-072D-50FB-FF84-F6DA2740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" y="1105410"/>
            <a:ext cx="11785600" cy="764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A3BC98-597B-E2F3-D7A5-B93398F40EE2}"/>
              </a:ext>
            </a:extLst>
          </p:cNvPr>
          <p:cNvSpPr txBox="1"/>
          <p:nvPr/>
        </p:nvSpPr>
        <p:spPr>
          <a:xfrm>
            <a:off x="341376" y="1017054"/>
            <a:ext cx="1178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First successful machine-learning neural network potential (MLIP)</a:t>
            </a:r>
            <a:endParaRPr lang="en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68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805896-4F2C-57FF-1572-541AB2AEB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65"/>
          <a:stretch/>
        </p:blipFill>
        <p:spPr>
          <a:xfrm>
            <a:off x="346075" y="228600"/>
            <a:ext cx="15973427" cy="868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F2C4D6-E148-EF4E-758A-ACC8D4CC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838200"/>
            <a:ext cx="14554200" cy="726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0F7CFB-06DC-53EE-9893-7A5754010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00" y="721630"/>
            <a:ext cx="10346697" cy="7260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82157D-BC1D-15BA-997B-361CAC489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99" y="1564285"/>
            <a:ext cx="15020925" cy="139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4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448"/>
          <a:stretch/>
        </p:blipFill>
        <p:spPr>
          <a:xfrm>
            <a:off x="0" y="0"/>
            <a:ext cx="16256000" cy="853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09E9F1-2714-A332-32BF-89C1361E8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09599"/>
            <a:ext cx="14782800" cy="8382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1EFA8F-739A-74E6-08D5-F79BEF581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341" y="580463"/>
            <a:ext cx="9368118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204"/>
          <a:stretch/>
        </p:blipFill>
        <p:spPr>
          <a:xfrm>
            <a:off x="0" y="183356"/>
            <a:ext cx="16256000" cy="87772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43DA9E-9AD8-334A-D5A0-DD2AFCBD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457199"/>
            <a:ext cx="12954000" cy="685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AEF006-1B04-9C62-F156-421B4151B5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1665" b="22221"/>
          <a:stretch/>
        </p:blipFill>
        <p:spPr>
          <a:xfrm>
            <a:off x="5689599" y="457199"/>
            <a:ext cx="4572001" cy="533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17415"/>
          <a:stretch/>
        </p:blipFill>
        <p:spPr>
          <a:xfrm>
            <a:off x="0" y="152400"/>
            <a:ext cx="16256000" cy="762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8D73CE-D9EE-996B-4994-90C9BE47B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4114800"/>
            <a:ext cx="533400" cy="685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E32611-8AEB-3F5E-24BC-85C5D6DC9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450610"/>
            <a:ext cx="17821181" cy="10733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F30EA7-778A-AE53-5F4E-1149E7330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800" y="465991"/>
            <a:ext cx="9686571" cy="854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-1" b="3004"/>
          <a:stretch/>
        </p:blipFill>
        <p:spPr>
          <a:xfrm>
            <a:off x="0" y="38100"/>
            <a:ext cx="16256000" cy="8610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88A034-AB16-15D1-B3F8-41773CD14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600200"/>
            <a:ext cx="15525305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0F79C-28C2-B81E-6609-3D913660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96" y="4191000"/>
            <a:ext cx="1565821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01F979-6D0F-1BC7-3906-527F665FF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5905500"/>
            <a:ext cx="15372905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88AE1-CF20-68BD-8974-4AEC3AE62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003" y="1622612"/>
            <a:ext cx="8445994" cy="6545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17227"/>
          <a:stretch/>
        </p:blipFill>
        <p:spPr>
          <a:xfrm>
            <a:off x="0" y="38100"/>
            <a:ext cx="16256000" cy="7505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13C0BD-DCF3-2352-511F-9C7016C3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685800"/>
            <a:ext cx="13639800" cy="8560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E53954-0848-1A72-F21F-826107AA2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600" y="591766"/>
            <a:ext cx="8228408" cy="8560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 b="3781"/>
          <a:stretch/>
        </p:blipFill>
        <p:spPr>
          <a:xfrm>
            <a:off x="0" y="395287"/>
            <a:ext cx="16256000" cy="8724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AC399B-7913-90E4-F700-13AC004E4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5838896"/>
            <a:ext cx="13411200" cy="714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A81D4B-E1DA-0261-0747-30684FC62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00" y="962097"/>
            <a:ext cx="3391939" cy="878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15900"/>
          <a:stretch/>
        </p:blipFill>
        <p:spPr>
          <a:xfrm>
            <a:off x="0" y="38100"/>
            <a:ext cx="16256000" cy="7658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B45F67-1204-4BB4-579E-1BA11E442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84300" y="381000"/>
            <a:ext cx="13601700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628763-B126-80D0-1FC7-604D5AB21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900" y="297180"/>
            <a:ext cx="8458200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202"/>
          <a:stretch/>
        </p:blipFill>
        <p:spPr>
          <a:xfrm>
            <a:off x="0" y="304800"/>
            <a:ext cx="16256000" cy="868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5FB843-8B61-08FE-77E8-034D6F57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2233332"/>
            <a:ext cx="4229100" cy="152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C019B-FE71-331F-0624-6F8E078AB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229" y="3729318"/>
            <a:ext cx="4229100" cy="15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15A232-1490-AF96-60D5-6EDA9B340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0" y="5105400"/>
            <a:ext cx="4229100" cy="152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4F2B50-BB19-BD37-0437-25AE16311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291" y="6286500"/>
            <a:ext cx="4229100" cy="152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6AD0D-BA3A-872A-341D-96A4F96C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4417358"/>
            <a:ext cx="12992100" cy="40408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6623F8-92D3-CEE2-E01B-0D3A9EB9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233332"/>
            <a:ext cx="11620500" cy="2338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5C22ED-2BC3-6C30-C9B5-4D9A0AF0A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106" y="1905000"/>
            <a:ext cx="8487787" cy="6553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A06406-C2AB-0B8E-2A3A-C2308514B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6387400"/>
            <a:ext cx="3429000" cy="2292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C82D79-1017-12E8-3A70-33430D8D1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600" y="7086600"/>
            <a:ext cx="4038600" cy="6269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DB02DC-A8C6-3C45-2C67-CC5AE1E7A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510" y="1279712"/>
            <a:ext cx="13610290" cy="731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3DD25B-B345-3F9E-16C8-73FBC815C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8200" y="1080355"/>
            <a:ext cx="3581400" cy="8340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202"/>
          <a:stretch/>
        </p:blipFill>
        <p:spPr>
          <a:xfrm>
            <a:off x="0" y="304800"/>
            <a:ext cx="16256000" cy="868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66641E-1E51-19C0-8412-13BD6D469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2133600"/>
            <a:ext cx="4267200" cy="426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B9EF81-417A-DC6A-3193-6E7A36558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576" y="4567518"/>
            <a:ext cx="4267200" cy="426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64CBB-11FC-6502-8467-29145A317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1037897"/>
            <a:ext cx="13639800" cy="790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369936-3206-1E1F-5ABC-030257B37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600" y="910897"/>
            <a:ext cx="6075573" cy="7909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19328"/>
          <a:stretch/>
        </p:blipFill>
        <p:spPr>
          <a:xfrm>
            <a:off x="0" y="457200"/>
            <a:ext cx="16256000" cy="731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AD3601-D591-9D6C-AD3D-95ADA7F0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295400"/>
            <a:ext cx="2590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10</Words>
  <Application>Microsoft Macintosh PowerPoint</Application>
  <PresentationFormat>Custom</PresentationFormat>
  <Paragraphs>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Van Oanh Nguyen Thi</cp:lastModifiedBy>
  <cp:revision>3</cp:revision>
  <dcterms:created xsi:type="dcterms:W3CDTF">2006-08-16T00:00:00Z</dcterms:created>
  <dcterms:modified xsi:type="dcterms:W3CDTF">2026-05-07T20:38:49Z</dcterms:modified>
</cp:coreProperties>
</file>